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6" r:id="rId2"/>
    <p:sldId id="283" r:id="rId3"/>
    <p:sldId id="278" r:id="rId4"/>
    <p:sldId id="279" r:id="rId5"/>
  </p:sldIdLst>
  <p:sldSz cx="24384000" cy="13716000"/>
  <p:notesSz cx="7099300" cy="10234613"/>
  <p:embeddedFontLst>
    <p:embeddedFont>
      <p:font typeface="Pretendard Light" panose="020B0600000101010101" charset="-127"/>
      <p:regular r:id="rId6"/>
    </p:embeddedFont>
    <p:embeddedFont>
      <p:font typeface="Pretendard Regular" panose="020B0600000101010101" charset="-127"/>
      <p:regular r:id="rId7"/>
    </p:embeddedFont>
    <p:embeddedFont>
      <p:font typeface="Pretendard SemiBold" panose="020B0600000101010101" charset="-12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BF89"/>
    <a:srgbClr val="DDDDDD"/>
    <a:srgbClr val="FFA202"/>
    <a:srgbClr val="4D9CFE"/>
    <a:srgbClr val="558ED5"/>
    <a:srgbClr val="232126"/>
    <a:srgbClr val="C2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A9DA3A-148B-DB49-EBC3-9E5D49F390A8}"/>
              </a:ext>
            </a:extLst>
          </p:cNvPr>
          <p:cNvSpPr txBox="1"/>
          <p:nvPr/>
        </p:nvSpPr>
        <p:spPr>
          <a:xfrm>
            <a:off x="1244600" y="1054100"/>
            <a:ext cx="3098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514350" lvl="0" indent="-514350" algn="l">
              <a:lnSpc>
                <a:spcPct val="116199"/>
              </a:lnSpc>
              <a:buAutoNum type="arabicPeriod"/>
            </a:pPr>
            <a:r>
              <a:rPr lang="en-US" altLang="ko-KR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AI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3333" dirty="0" err="1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기술명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DACE552-8D4D-AFDD-E6F7-7E219873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BA793571-349F-8EE6-DBF6-6BE6DF5E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F067BD04-7F88-DACD-4C3F-86612B0C4F13}"/>
              </a:ext>
            </a:extLst>
          </p:cNvPr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1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127EE71-4EC6-77A0-E8C4-BCE8FC40F480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성과보고서 총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페이지 내외로 작성 요망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1815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DA9DA3A-148B-DB49-EBC3-9E5D49F390A8}"/>
              </a:ext>
            </a:extLst>
          </p:cNvPr>
          <p:cNvSpPr txBox="1"/>
          <p:nvPr/>
        </p:nvSpPr>
        <p:spPr>
          <a:xfrm>
            <a:off x="1244600" y="1054100"/>
            <a:ext cx="52324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2.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아이디어명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3.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기술요약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CDACE552-8D4D-AFDD-E6F7-7E2198738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5" name="Picture 11">
            <a:extLst>
              <a:ext uri="{FF2B5EF4-FFF2-40B4-BE49-F238E27FC236}">
                <a16:creationId xmlns:a16="http://schemas.microsoft.com/office/drawing/2014/main" id="{BA793571-349F-8EE6-DBF6-6BE6DF5E4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F067BD04-7F88-DACD-4C3F-86612B0C4F13}"/>
              </a:ext>
            </a:extLst>
          </p:cNvPr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2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4127EE71-4EC6-77A0-E8C4-BCE8FC40F480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AI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라이프 아이디어 챌린지 참고 시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해당되는 아이디어 번호와 이름을 기재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    </a:t>
            </a:r>
            <a:r>
              <a:rPr lang="ko-KR" alt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예</a:t>
            </a:r>
            <a:r>
              <a:rPr lang="en-US" altLang="ko-KR" sz="3200" b="0" i="0" u="none" strike="noStrike" dirty="0">
                <a:latin typeface="Pretendard Regular"/>
                <a:ea typeface="Pretendard Regular"/>
                <a:cs typeface="Pretendard Regular"/>
              </a:rPr>
              <a:t>) xx</a:t>
            </a:r>
            <a:r>
              <a:rPr lang="ko-KR" altLang="en-US" sz="3200" b="0" i="0" u="none" strike="noStrike" dirty="0">
                <a:latin typeface="Pretendard Regular"/>
                <a:ea typeface="Pretendard Regular"/>
                <a:cs typeface="Pretendard Regular"/>
              </a:rPr>
              <a:t>번 </a:t>
            </a:r>
            <a:r>
              <a:rPr lang="en-US" altLang="ko-KR" sz="3200" b="0" i="0" u="none" strike="noStrike" dirty="0" err="1">
                <a:latin typeface="Pretendard Regular"/>
                <a:ea typeface="Pretendard Regular"/>
                <a:cs typeface="Pretendard Regular"/>
              </a:rPr>
              <a:t>xxxxxxx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85876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3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687C2C-BB9B-1940-715F-9DB6D6663AC7}"/>
              </a:ext>
            </a:extLst>
          </p:cNvPr>
          <p:cNvSpPr txBox="1"/>
          <p:nvPr/>
        </p:nvSpPr>
        <p:spPr>
          <a:xfrm>
            <a:off x="13468350" y="9944100"/>
            <a:ext cx="9220200" cy="17525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66000"/>
              </a:lnSpc>
            </a:pPr>
            <a:endParaRPr lang="en-US" altLang="ko-KR" sz="3333" dirty="0">
              <a:latin typeface="Pretendard Regular" panose="020B0600000101010101" charset="-127"/>
              <a:ea typeface="Pretendard Regular" panose="020B0600000101010101" charset="-127"/>
              <a:cs typeface="Pretendard Medium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EE6106C-D7B3-4202-7AD8-022ECD80AA05}"/>
              </a:ext>
            </a:extLst>
          </p:cNvPr>
          <p:cNvSpPr txBox="1"/>
          <p:nvPr/>
        </p:nvSpPr>
        <p:spPr>
          <a:xfrm>
            <a:off x="1676400" y="19050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A7203F7-93C5-AA6F-8D40-3E7FF5C74839}"/>
              </a:ext>
            </a:extLst>
          </p:cNvPr>
          <p:cNvSpPr txBox="1"/>
          <p:nvPr/>
        </p:nvSpPr>
        <p:spPr>
          <a:xfrm>
            <a:off x="1244600" y="1054100"/>
            <a:ext cx="70612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4. 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최종목표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5. </a:t>
            </a:r>
            <a:r>
              <a:rPr lang="ko-KR" altLang="en-US" sz="3333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개발 내용 및 결과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23752-FB0A-B7E9-17FA-7BDDBE176C7F}"/>
              </a:ext>
            </a:extLst>
          </p:cNvPr>
          <p:cNvSpPr txBox="1"/>
          <p:nvPr/>
        </p:nvSpPr>
        <p:spPr>
          <a:xfrm>
            <a:off x="1828800" y="2057400"/>
            <a:ext cx="146050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※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개발 기술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제품에 대한 기본 구현 내용</a:t>
            </a:r>
            <a:r>
              <a:rPr lang="en-US" altLang="ko-KR" sz="3200" dirty="0"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3200" dirty="0">
                <a:latin typeface="Pretendard Regular"/>
                <a:ea typeface="Pretendard Regular"/>
                <a:cs typeface="Pretendard Regular"/>
              </a:rPr>
              <a:t>탐구 내용 및 방법 등을 기재</a:t>
            </a:r>
            <a:endParaRPr lang="en-US" sz="3200" b="0" i="0" u="none" strike="noStrike" dirty="0"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88470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20497800" y="355600"/>
            <a:ext cx="35560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0" y="939800"/>
            <a:ext cx="4902200" cy="1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697700" y="330200"/>
            <a:ext cx="7747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dirty="0">
                <a:solidFill>
                  <a:srgbClr val="828282"/>
                </a:solidFill>
                <a:latin typeface="Pretendard Light"/>
                <a:ea typeface="Pretendard Light"/>
                <a:cs typeface="Pretendard Light"/>
              </a:rPr>
              <a:t>4</a:t>
            </a:r>
            <a:endParaRPr lang="en-US" sz="2400" b="0" i="0" u="none" strike="noStrike" dirty="0">
              <a:solidFill>
                <a:srgbClr val="828282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1687C2C-BB9B-1940-715F-9DB6D6663AC7}"/>
              </a:ext>
            </a:extLst>
          </p:cNvPr>
          <p:cNvSpPr txBox="1"/>
          <p:nvPr/>
        </p:nvSpPr>
        <p:spPr>
          <a:xfrm>
            <a:off x="13468350" y="9944100"/>
            <a:ext cx="9220200" cy="17525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66000"/>
              </a:lnSpc>
            </a:pPr>
            <a:endParaRPr lang="en-US" altLang="ko-KR" sz="3333" dirty="0">
              <a:latin typeface="Pretendard Regular" panose="020B0600000101010101" charset="-127"/>
              <a:ea typeface="Pretendard Regular" panose="020B0600000101010101" charset="-127"/>
              <a:cs typeface="Pretendard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65BB0-A33B-3E2C-1318-4F98BB3BB4EA}"/>
              </a:ext>
            </a:extLst>
          </p:cNvPr>
          <p:cNvSpPr txBox="1"/>
          <p:nvPr/>
        </p:nvSpPr>
        <p:spPr>
          <a:xfrm>
            <a:off x="1244600" y="1054100"/>
            <a:ext cx="72898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6.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개발 과정에서 애로점 </a:t>
            </a:r>
            <a:r>
              <a:rPr lang="en-US" altLang="ko-KR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/ 7. </a:t>
            </a:r>
            <a:r>
              <a:rPr lang="ko-KR" altLang="en-US" sz="3333" b="0" i="0" u="none" strike="noStrike" dirty="0">
                <a:solidFill>
                  <a:srgbClr val="4D9CFE"/>
                </a:solidFill>
                <a:latin typeface="Pretendard SemiBold"/>
                <a:ea typeface="Pretendard SemiBold"/>
                <a:cs typeface="Pretendard SemiBold"/>
              </a:rPr>
              <a:t>기대효과</a:t>
            </a:r>
            <a:endParaRPr lang="en-US" altLang="ko-KR" sz="3333" b="0" i="0" u="none" strike="noStrike" dirty="0">
              <a:solidFill>
                <a:srgbClr val="4D9CFE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6909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79</Words>
  <Application>Microsoft Office PowerPoint</Application>
  <PresentationFormat>사용자 지정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 SemiBold</vt:lpstr>
      <vt:lpstr>Pretendard Regular</vt:lpstr>
      <vt:lpstr>Arial</vt:lpstr>
      <vt:lpstr>Pretendard Light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전영건</dc:creator>
  <cp:lastModifiedBy>USER</cp:lastModifiedBy>
  <cp:revision>68</cp:revision>
  <cp:lastPrinted>2026-05-13T05:20:53Z</cp:lastPrinted>
  <dcterms:created xsi:type="dcterms:W3CDTF">2006-08-16T00:00:00Z</dcterms:created>
  <dcterms:modified xsi:type="dcterms:W3CDTF">2026-09-08T02:10:16Z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YtMTBUMDE6NTM6NDBaIiwicElEIjoyMDQ4LCJwcm9jZXNzSWQiOjIwMjY0LCJwcm9jZXNzTmFtZSI6IlBPV0VSUE5ULkVYRSIsInRyYWNlSWQiOiI2MjdDOEYyMzY0OTA0MDM4OUY3N0ZDMUM4MEM2NDlDMyIsInVzZXJDb2RlIjoiUktUTFZIUlhLUyJ9LCJub2RlMiI6eyJkc2QiOiIwMTAwMDAwMDAwMDAyMjQwIiwibG9nVGltZSI6IjIwMjYtMDYtMTZUMDA6MDg6MzBaIiwicElEIjoxLCJwcm9jZXNzSWQiOjIwMjY0LCJwcm9jZXNzTmFtZSI6IlBPV0VSUE5ULkVYRSIsInRyYWNlSWQiOiIzNUJBRkE3NzgwMUI0NDUzOUNBNDQyRDRBMDRFRDE2NCIsInVzZXJDb2RlIjoiUktUTFZIUlhLUyJ9LCJub2RlMyI6eyJkc2QiOiIwMDAwMDAwMDAwMDAwMDAwIiwibG9nVGltZSI6IjIwMjYtMDYtMTZUMDA6MjQ6MzBaIiwicElEIjoyMDQ4LCJwcm9jZXNzSWQiOjIwMjY0LCJwcm9jZXNzTmFtZSI6IlBPV0VSUE5ULkVYRSIsInRyYWNlSWQiOiJDNzQxNjYyMEI1Qzc0MjQ5OTQ0Qzg1NDZEOUU5NDBFMSIsInVzZXJDb2RlIjoiUktUTFZIUlhLUyJ9LCJub2RlNCI6eyJkc2QiOiIwMTAwMDAwMDAwMDAyMjQwIiwibG9nVGltZSI6IjIwMjYtMDktMDhUMDI6MTA6MDRaIiwicElEIjoxLCJwcm9jZXNzSWQiOjIwMjY0LCJwcm9jZXNzTmFtZSI6IlBPV0VSUE5ULkVYRSIsInRyYWNlSWQiOiI2ODYwQjFBRTAwRTI0NjY4QjcyMUI4NzUzRkJGREVCQiIsInVzZXJDb2RlIjoiUktUTFZIUlhLUyJ9LCJub2RlNSI6eyJkc2QiOiIwMDAwMDAwMDAwMDAwMDAwIiwibG9nVGltZSI6IjIwMjYtMDktMTBUMDc6MTc6MjBaIiwicElEIjoyMDQ4LCJwcm9jZXNzSWQiOjExNDI0LCJwcm9jZXNzTmFtZSI6IlBPV0VSUE5ULkVYRSIsInRyYWNlSWQiOiI2Mzg2MzA4OEFFQzQ0MTdCOTc4OUMxM0RDMTA2RkRBQyIsInVzZXJDb2RlIjoiUktUTFZIUlhLUyJ9LCJub2RlQ291bnQiOjYsInJvb3RUcmFjZUlkIjoiRENBOEVBN0RBOUQzNEU0Qjg4NEMxQzVEMTFGODQ4NzgifQ==</vt:lpwstr>
  </property>
</Properties>
</file>